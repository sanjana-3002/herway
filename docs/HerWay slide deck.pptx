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0"/>
  </p:notesMasterIdLst>
  <p:sldIdLst>
    <p:sldId id="259" r:id="rId2"/>
    <p:sldId id="258" r:id="rId3"/>
    <p:sldId id="261" r:id="rId4"/>
    <p:sldId id="264" r:id="rId5"/>
    <p:sldId id="260" r:id="rId6"/>
    <p:sldId id="257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08"/>
    <p:restoredTop sz="94466"/>
  </p:normalViewPr>
  <p:slideViewPr>
    <p:cSldViewPr snapToGrid="0">
      <p:cViewPr varScale="1">
        <p:scale>
          <a:sx n="110" d="100"/>
          <a:sy n="110" d="100"/>
        </p:scale>
        <p:origin x="20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4519AC-7F9A-2643-80A5-9590D194DC4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3BB98-C24C-F347-89B9-A9DF747E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45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3BB98-C24C-F347-89B9-A9DF747E998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65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178B-AE99-5728-FCDB-7CEE3917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020EB-97E4-A1F7-99DA-6FBB21D0A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4BF491-DA6F-73D2-E595-4ABEE01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A07E4-B44D-DC74-4A59-E8080808D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3BB98-C24C-F347-89B9-A9DF747E998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37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03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165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036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027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75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97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45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93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14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8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94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4/9/26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0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circle&#10;&#10;AI-generated content may be incorrect.">
            <a:extLst>
              <a:ext uri="{FF2B5EF4-FFF2-40B4-BE49-F238E27FC236}">
                <a16:creationId xmlns:a16="http://schemas.microsoft.com/office/drawing/2014/main" id="{B035D8DA-C9F0-002F-12BE-37351A826C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784"/>
          <a:stretch>
            <a:fillRect/>
          </a:stretch>
        </p:blipFill>
        <p:spPr>
          <a:xfrm>
            <a:off x="-1" y="-1"/>
            <a:ext cx="12216337" cy="6858001"/>
          </a:xfrm>
          <a:custGeom>
            <a:avLst/>
            <a:gdLst/>
            <a:ahLst/>
            <a:cxnLst/>
            <a:rect l="l" t="t" r="r" b="b"/>
            <a:pathLst>
              <a:path w="11827082" h="6534092">
                <a:moveTo>
                  <a:pt x="6610089" y="5"/>
                </a:moveTo>
                <a:cubicBezTo>
                  <a:pt x="6763993" y="-277"/>
                  <a:pt x="6862741" y="14300"/>
                  <a:pt x="6956523" y="21390"/>
                </a:cubicBezTo>
                <a:cubicBezTo>
                  <a:pt x="7271939" y="-12207"/>
                  <a:pt x="7581352" y="149"/>
                  <a:pt x="7768349" y="21390"/>
                </a:cubicBezTo>
                <a:lnTo>
                  <a:pt x="7831642" y="23688"/>
                </a:lnTo>
                <a:lnTo>
                  <a:pt x="7886307" y="21390"/>
                </a:lnTo>
                <a:cubicBezTo>
                  <a:pt x="7951978" y="17798"/>
                  <a:pt x="8007622" y="16567"/>
                  <a:pt x="8057445" y="16600"/>
                </a:cubicBezTo>
                <a:lnTo>
                  <a:pt x="8096254" y="17396"/>
                </a:lnTo>
                <a:lnTo>
                  <a:pt x="8199591" y="12947"/>
                </a:lnTo>
                <a:cubicBezTo>
                  <a:pt x="8247971" y="12558"/>
                  <a:pt x="8296272" y="14617"/>
                  <a:pt x="8344260" y="21390"/>
                </a:cubicBezTo>
                <a:lnTo>
                  <a:pt x="8355505" y="22738"/>
                </a:lnTo>
                <a:lnTo>
                  <a:pt x="8462217" y="21390"/>
                </a:lnTo>
                <a:cubicBezTo>
                  <a:pt x="8567700" y="16869"/>
                  <a:pt x="8666620" y="17239"/>
                  <a:pt x="8761697" y="18554"/>
                </a:cubicBezTo>
                <a:lnTo>
                  <a:pt x="8808871" y="19038"/>
                </a:lnTo>
                <a:lnTo>
                  <a:pt x="8941246" y="13930"/>
                </a:lnTo>
                <a:cubicBezTo>
                  <a:pt x="9040199" y="10800"/>
                  <a:pt x="9149474" y="10157"/>
                  <a:pt x="9260166" y="21390"/>
                </a:cubicBezTo>
                <a:lnTo>
                  <a:pt x="9339613" y="26448"/>
                </a:lnTo>
                <a:lnTo>
                  <a:pt x="9432845" y="28493"/>
                </a:lnTo>
                <a:cubicBezTo>
                  <a:pt x="9587011" y="31230"/>
                  <a:pt x="9744909" y="31599"/>
                  <a:pt x="9849954" y="21390"/>
                </a:cubicBezTo>
                <a:cubicBezTo>
                  <a:pt x="10060044" y="972"/>
                  <a:pt x="10204432" y="2657"/>
                  <a:pt x="10425865" y="21390"/>
                </a:cubicBezTo>
                <a:lnTo>
                  <a:pt x="10477895" y="25158"/>
                </a:lnTo>
                <a:lnTo>
                  <a:pt x="10566351" y="27751"/>
                </a:lnTo>
                <a:cubicBezTo>
                  <a:pt x="10727031" y="32755"/>
                  <a:pt x="10877889" y="35639"/>
                  <a:pt x="11001775" y="21390"/>
                </a:cubicBezTo>
                <a:cubicBezTo>
                  <a:pt x="11249546" y="-7108"/>
                  <a:pt x="11434553" y="12510"/>
                  <a:pt x="11813601" y="21390"/>
                </a:cubicBezTo>
                <a:cubicBezTo>
                  <a:pt x="11817928" y="208271"/>
                  <a:pt x="11818867" y="336567"/>
                  <a:pt x="11813601" y="475847"/>
                </a:cubicBezTo>
                <a:cubicBezTo>
                  <a:pt x="11808335" y="615127"/>
                  <a:pt x="11845853" y="1008651"/>
                  <a:pt x="11813601" y="1254916"/>
                </a:cubicBezTo>
                <a:cubicBezTo>
                  <a:pt x="11809570" y="1285699"/>
                  <a:pt x="11806768" y="1314174"/>
                  <a:pt x="11804923" y="1340777"/>
                </a:cubicBezTo>
                <a:lnTo>
                  <a:pt x="11803652" y="1373115"/>
                </a:lnTo>
                <a:lnTo>
                  <a:pt x="11804560" y="1395572"/>
                </a:lnTo>
                <a:cubicBezTo>
                  <a:pt x="11806656" y="1431340"/>
                  <a:pt x="11809600" y="1470662"/>
                  <a:pt x="11813601" y="1514605"/>
                </a:cubicBezTo>
                <a:cubicBezTo>
                  <a:pt x="11829606" y="1690380"/>
                  <a:pt x="11822955" y="1813845"/>
                  <a:pt x="11815628" y="1920902"/>
                </a:cubicBezTo>
                <a:lnTo>
                  <a:pt x="11811346" y="1995660"/>
                </a:lnTo>
                <a:lnTo>
                  <a:pt x="11813868" y="2104640"/>
                </a:lnTo>
                <a:lnTo>
                  <a:pt x="11817197" y="2264365"/>
                </a:lnTo>
                <a:lnTo>
                  <a:pt x="11821465" y="2306631"/>
                </a:lnTo>
                <a:cubicBezTo>
                  <a:pt x="11835170" y="2477814"/>
                  <a:pt x="11818400" y="2578773"/>
                  <a:pt x="11813601" y="2683208"/>
                </a:cubicBezTo>
                <a:cubicBezTo>
                  <a:pt x="11809487" y="2772725"/>
                  <a:pt x="11816027" y="2930030"/>
                  <a:pt x="11816192" y="3070653"/>
                </a:cubicBezTo>
                <a:lnTo>
                  <a:pt x="11813610" y="3202145"/>
                </a:lnTo>
                <a:lnTo>
                  <a:pt x="11813601" y="3267510"/>
                </a:lnTo>
                <a:cubicBezTo>
                  <a:pt x="11811419" y="3587194"/>
                  <a:pt x="11813535" y="3497122"/>
                  <a:pt x="11813601" y="3721967"/>
                </a:cubicBezTo>
                <a:cubicBezTo>
                  <a:pt x="11813617" y="3778178"/>
                  <a:pt x="11814293" y="3835214"/>
                  <a:pt x="11815131" y="3894088"/>
                </a:cubicBezTo>
                <a:lnTo>
                  <a:pt x="11816203" y="3972593"/>
                </a:lnTo>
                <a:lnTo>
                  <a:pt x="11816265" y="3973919"/>
                </a:lnTo>
                <a:cubicBezTo>
                  <a:pt x="11819902" y="4062998"/>
                  <a:pt x="11819694" y="4122248"/>
                  <a:pt x="11818174" y="4171327"/>
                </a:cubicBezTo>
                <a:lnTo>
                  <a:pt x="11817878" y="4178488"/>
                </a:lnTo>
                <a:lnTo>
                  <a:pt x="11818118" y="4277530"/>
                </a:lnTo>
                <a:cubicBezTo>
                  <a:pt x="11817612" y="4347824"/>
                  <a:pt x="11816272" y="4421987"/>
                  <a:pt x="11813601" y="4501036"/>
                </a:cubicBezTo>
                <a:cubicBezTo>
                  <a:pt x="11824398" y="4779554"/>
                  <a:pt x="11834923" y="4895505"/>
                  <a:pt x="11813601" y="5020415"/>
                </a:cubicBezTo>
                <a:cubicBezTo>
                  <a:pt x="11808270" y="5051643"/>
                  <a:pt x="11804885" y="5094410"/>
                  <a:pt x="11802984" y="5145366"/>
                </a:cubicBezTo>
                <a:lnTo>
                  <a:pt x="11802805" y="5153576"/>
                </a:lnTo>
                <a:lnTo>
                  <a:pt x="11813601" y="5280104"/>
                </a:lnTo>
                <a:cubicBezTo>
                  <a:pt x="11848339" y="5545832"/>
                  <a:pt x="11803810" y="5568088"/>
                  <a:pt x="11813601" y="5734561"/>
                </a:cubicBezTo>
                <a:cubicBezTo>
                  <a:pt x="11814825" y="5755370"/>
                  <a:pt x="11815354" y="5777180"/>
                  <a:pt x="11815391" y="5800160"/>
                </a:cubicBezTo>
                <a:lnTo>
                  <a:pt x="11814403" y="5861994"/>
                </a:lnTo>
                <a:lnTo>
                  <a:pt x="11814897" y="5940552"/>
                </a:lnTo>
                <a:cubicBezTo>
                  <a:pt x="11813455" y="6007961"/>
                  <a:pt x="11810716" y="6074118"/>
                  <a:pt x="11808410" y="6139030"/>
                </a:cubicBezTo>
                <a:lnTo>
                  <a:pt x="11805249" y="6294204"/>
                </a:lnTo>
                <a:lnTo>
                  <a:pt x="11806853" y="6377232"/>
                </a:lnTo>
                <a:lnTo>
                  <a:pt x="11813601" y="6513630"/>
                </a:lnTo>
                <a:cubicBezTo>
                  <a:pt x="11755932" y="6520071"/>
                  <a:pt x="11702085" y="6522123"/>
                  <a:pt x="11651008" y="6521869"/>
                </a:cubicBezTo>
                <a:lnTo>
                  <a:pt x="11606878" y="6520178"/>
                </a:lnTo>
                <a:lnTo>
                  <a:pt x="11480359" y="6526470"/>
                </a:lnTo>
                <a:cubicBezTo>
                  <a:pt x="11411497" y="6529079"/>
                  <a:pt x="11340067" y="6529281"/>
                  <a:pt x="11235913" y="6522672"/>
                </a:cubicBezTo>
                <a:lnTo>
                  <a:pt x="11167376" y="6517338"/>
                </a:lnTo>
                <a:lnTo>
                  <a:pt x="11118099" y="6519937"/>
                </a:lnTo>
                <a:cubicBezTo>
                  <a:pt x="11008080" y="6519923"/>
                  <a:pt x="10918905" y="6505169"/>
                  <a:pt x="10779737" y="6513630"/>
                </a:cubicBezTo>
                <a:lnTo>
                  <a:pt x="10756340" y="6513513"/>
                </a:lnTo>
                <a:lnTo>
                  <a:pt x="10748952" y="6514346"/>
                </a:lnTo>
                <a:cubicBezTo>
                  <a:pt x="10725838" y="6516206"/>
                  <a:pt x="10699773" y="6516641"/>
                  <a:pt x="10661780" y="6513630"/>
                </a:cubicBezTo>
                <a:lnTo>
                  <a:pt x="10643067" y="6512943"/>
                </a:lnTo>
                <a:lnTo>
                  <a:pt x="10627638" y="6512866"/>
                </a:lnTo>
                <a:lnTo>
                  <a:pt x="10598539" y="6511309"/>
                </a:lnTo>
                <a:lnTo>
                  <a:pt x="10590670" y="6511020"/>
                </a:lnTo>
                <a:cubicBezTo>
                  <a:pt x="10422654" y="6509230"/>
                  <a:pt x="10114537" y="6525711"/>
                  <a:pt x="9930443" y="6519069"/>
                </a:cubicBezTo>
                <a:lnTo>
                  <a:pt x="9908887" y="6517613"/>
                </a:lnTo>
                <a:lnTo>
                  <a:pt x="9697150" y="6531900"/>
                </a:lnTo>
                <a:cubicBezTo>
                  <a:pt x="9438634" y="6540253"/>
                  <a:pt x="9217380" y="6522684"/>
                  <a:pt x="9038128" y="6513630"/>
                </a:cubicBezTo>
                <a:lnTo>
                  <a:pt x="8901719" y="6509665"/>
                </a:lnTo>
                <a:lnTo>
                  <a:pt x="8766922" y="6512046"/>
                </a:lnTo>
                <a:cubicBezTo>
                  <a:pt x="8694433" y="6513288"/>
                  <a:pt x="8629372" y="6514112"/>
                  <a:pt x="8580175" y="6513630"/>
                </a:cubicBezTo>
                <a:lnTo>
                  <a:pt x="8571277" y="6513524"/>
                </a:lnTo>
                <a:lnTo>
                  <a:pt x="8462217" y="6513630"/>
                </a:lnTo>
                <a:cubicBezTo>
                  <a:pt x="8225188" y="6509968"/>
                  <a:pt x="7780127" y="6525503"/>
                  <a:pt x="7532434" y="6513630"/>
                </a:cubicBezTo>
                <a:lnTo>
                  <a:pt x="7448622" y="6511320"/>
                </a:lnTo>
                <a:lnTo>
                  <a:pt x="7428354" y="6513630"/>
                </a:lnTo>
                <a:cubicBezTo>
                  <a:pt x="7293248" y="6538560"/>
                  <a:pt x="7186080" y="6533261"/>
                  <a:pt x="7078782" y="6523679"/>
                </a:cubicBezTo>
                <a:lnTo>
                  <a:pt x="6973169" y="6513887"/>
                </a:lnTo>
                <a:lnTo>
                  <a:pt x="6954249" y="6514033"/>
                </a:lnTo>
                <a:cubicBezTo>
                  <a:pt x="6918701" y="6514123"/>
                  <a:pt x="6880374" y="6514018"/>
                  <a:pt x="6838566" y="6513630"/>
                </a:cubicBezTo>
                <a:lnTo>
                  <a:pt x="6790865" y="6514652"/>
                </a:lnTo>
                <a:lnTo>
                  <a:pt x="6717520" y="6518204"/>
                </a:lnTo>
                <a:lnTo>
                  <a:pt x="6690736" y="6516798"/>
                </a:lnTo>
                <a:lnTo>
                  <a:pt x="6604647" y="6518643"/>
                </a:lnTo>
                <a:cubicBezTo>
                  <a:pt x="6383546" y="6528740"/>
                  <a:pt x="6188571" y="6547337"/>
                  <a:pt x="5908782" y="6513630"/>
                </a:cubicBezTo>
                <a:lnTo>
                  <a:pt x="5827432" y="6506155"/>
                </a:lnTo>
                <a:lnTo>
                  <a:pt x="5818169" y="6505897"/>
                </a:lnTo>
                <a:cubicBezTo>
                  <a:pt x="5656134" y="6501940"/>
                  <a:pt x="5476891" y="6500561"/>
                  <a:pt x="5360626" y="6513630"/>
                </a:cubicBezTo>
                <a:cubicBezTo>
                  <a:pt x="5244362" y="6526700"/>
                  <a:pt x="5155294" y="6523407"/>
                  <a:pt x="5082581" y="6518492"/>
                </a:cubicBezTo>
                <a:lnTo>
                  <a:pt x="5011539" y="6513612"/>
                </a:lnTo>
                <a:lnTo>
                  <a:pt x="4978999" y="6513630"/>
                </a:lnTo>
                <a:lnTo>
                  <a:pt x="4947560" y="6512597"/>
                </a:lnTo>
                <a:lnTo>
                  <a:pt x="4902673" y="6513630"/>
                </a:lnTo>
                <a:cubicBezTo>
                  <a:pt x="4851834" y="6520217"/>
                  <a:pt x="4795188" y="6523001"/>
                  <a:pt x="4737076" y="6522747"/>
                </a:cubicBezTo>
                <a:lnTo>
                  <a:pt x="4649328" y="6518160"/>
                </a:lnTo>
                <a:lnTo>
                  <a:pt x="4624935" y="6519597"/>
                </a:lnTo>
                <a:cubicBezTo>
                  <a:pt x="4598495" y="6519851"/>
                  <a:pt x="4566987" y="6518389"/>
                  <a:pt x="4521046" y="6513630"/>
                </a:cubicBezTo>
                <a:lnTo>
                  <a:pt x="4456833" y="6510131"/>
                </a:lnTo>
                <a:lnTo>
                  <a:pt x="4343538" y="6512337"/>
                </a:lnTo>
                <a:cubicBezTo>
                  <a:pt x="4260681" y="6514690"/>
                  <a:pt x="4174545" y="6517475"/>
                  <a:pt x="4104725" y="6513630"/>
                </a:cubicBezTo>
                <a:cubicBezTo>
                  <a:pt x="3965085" y="6505941"/>
                  <a:pt x="3802107" y="6535988"/>
                  <a:pt x="3528815" y="6513630"/>
                </a:cubicBezTo>
                <a:lnTo>
                  <a:pt x="3407613" y="6504978"/>
                </a:lnTo>
                <a:lnTo>
                  <a:pt x="3251268" y="6513630"/>
                </a:lnTo>
                <a:cubicBezTo>
                  <a:pt x="3103602" y="6529652"/>
                  <a:pt x="3004932" y="6519904"/>
                  <a:pt x="2867035" y="6513929"/>
                </a:cubicBezTo>
                <a:lnTo>
                  <a:pt x="2840124" y="6513045"/>
                </a:lnTo>
                <a:lnTo>
                  <a:pt x="2834946" y="6513630"/>
                </a:lnTo>
                <a:cubicBezTo>
                  <a:pt x="2691933" y="6538293"/>
                  <a:pt x="2614008" y="6529004"/>
                  <a:pt x="2502859" y="6520536"/>
                </a:cubicBezTo>
                <a:lnTo>
                  <a:pt x="2442001" y="6517197"/>
                </a:lnTo>
                <a:lnTo>
                  <a:pt x="2438245" y="6517313"/>
                </a:lnTo>
                <a:cubicBezTo>
                  <a:pt x="2401807" y="6517985"/>
                  <a:pt x="2368299" y="6518156"/>
                  <a:pt x="2336678" y="6517988"/>
                </a:cubicBezTo>
                <a:lnTo>
                  <a:pt x="2185932" y="6514754"/>
                </a:lnTo>
                <a:lnTo>
                  <a:pt x="1960620" y="6520062"/>
                </a:lnTo>
                <a:cubicBezTo>
                  <a:pt x="1876521" y="6521810"/>
                  <a:pt x="1788378" y="6523022"/>
                  <a:pt x="1701155" y="6522387"/>
                </a:cubicBezTo>
                <a:lnTo>
                  <a:pt x="1589271" y="6518529"/>
                </a:lnTo>
                <a:lnTo>
                  <a:pt x="1539168" y="6519829"/>
                </a:lnTo>
                <a:cubicBezTo>
                  <a:pt x="1395291" y="6522782"/>
                  <a:pt x="1407110" y="6517174"/>
                  <a:pt x="1287620" y="6513630"/>
                </a:cubicBezTo>
                <a:cubicBezTo>
                  <a:pt x="1168131" y="6510087"/>
                  <a:pt x="1041230" y="6513238"/>
                  <a:pt x="932033" y="6514000"/>
                </a:cubicBezTo>
                <a:lnTo>
                  <a:pt x="918750" y="6513952"/>
                </a:lnTo>
                <a:lnTo>
                  <a:pt x="858917" y="6514806"/>
                </a:lnTo>
                <a:cubicBezTo>
                  <a:pt x="826932" y="6514879"/>
                  <a:pt x="792070" y="6514545"/>
                  <a:pt x="753341" y="6513630"/>
                </a:cubicBezTo>
                <a:cubicBezTo>
                  <a:pt x="443511" y="6506311"/>
                  <a:pt x="354936" y="6524642"/>
                  <a:pt x="17841" y="6513630"/>
                </a:cubicBezTo>
                <a:cubicBezTo>
                  <a:pt x="-956" y="6342673"/>
                  <a:pt x="-10467" y="6012653"/>
                  <a:pt x="17841" y="5799484"/>
                </a:cubicBezTo>
                <a:lnTo>
                  <a:pt x="19845" y="5756408"/>
                </a:lnTo>
                <a:lnTo>
                  <a:pt x="17841" y="5734561"/>
                </a:lnTo>
                <a:cubicBezTo>
                  <a:pt x="13149" y="5695472"/>
                  <a:pt x="12578" y="5648752"/>
                  <a:pt x="13918" y="5598323"/>
                </a:cubicBezTo>
                <a:lnTo>
                  <a:pt x="18180" y="5508699"/>
                </a:lnTo>
                <a:lnTo>
                  <a:pt x="16493" y="5477760"/>
                </a:lnTo>
                <a:cubicBezTo>
                  <a:pt x="8966" y="5369709"/>
                  <a:pt x="1889" y="5260695"/>
                  <a:pt x="17841" y="5150260"/>
                </a:cubicBezTo>
                <a:cubicBezTo>
                  <a:pt x="-3463" y="5038150"/>
                  <a:pt x="-2139" y="4857473"/>
                  <a:pt x="6850" y="4650409"/>
                </a:cubicBezTo>
                <a:lnTo>
                  <a:pt x="14633" y="4498670"/>
                </a:lnTo>
                <a:lnTo>
                  <a:pt x="14494" y="4495758"/>
                </a:lnTo>
                <a:cubicBezTo>
                  <a:pt x="12245" y="4421472"/>
                  <a:pt x="13025" y="4335511"/>
                  <a:pt x="14442" y="4243130"/>
                </a:cubicBezTo>
                <a:lnTo>
                  <a:pt x="16801" y="4091152"/>
                </a:lnTo>
                <a:lnTo>
                  <a:pt x="13537" y="4018512"/>
                </a:lnTo>
                <a:lnTo>
                  <a:pt x="17696" y="3920163"/>
                </a:lnTo>
                <a:lnTo>
                  <a:pt x="17841" y="3851812"/>
                </a:lnTo>
                <a:cubicBezTo>
                  <a:pt x="15571" y="3651484"/>
                  <a:pt x="26219" y="3546077"/>
                  <a:pt x="24551" y="3386181"/>
                </a:cubicBezTo>
                <a:lnTo>
                  <a:pt x="24397" y="3379573"/>
                </a:lnTo>
                <a:lnTo>
                  <a:pt x="22173" y="3327681"/>
                </a:lnTo>
                <a:cubicBezTo>
                  <a:pt x="20895" y="3304536"/>
                  <a:pt x="19446" y="3284181"/>
                  <a:pt x="17841" y="3267510"/>
                </a:cubicBezTo>
                <a:cubicBezTo>
                  <a:pt x="8213" y="3167488"/>
                  <a:pt x="-3113" y="2984082"/>
                  <a:pt x="3931" y="2799801"/>
                </a:cubicBezTo>
                <a:lnTo>
                  <a:pt x="4125" y="2797274"/>
                </a:lnTo>
                <a:lnTo>
                  <a:pt x="3717" y="2776150"/>
                </a:lnTo>
                <a:cubicBezTo>
                  <a:pt x="3237" y="2640023"/>
                  <a:pt x="7465" y="2516197"/>
                  <a:pt x="17841" y="2423520"/>
                </a:cubicBezTo>
                <a:cubicBezTo>
                  <a:pt x="20435" y="2400350"/>
                  <a:pt x="22069" y="2375698"/>
                  <a:pt x="22982" y="2349684"/>
                </a:cubicBezTo>
                <a:lnTo>
                  <a:pt x="23157" y="2331991"/>
                </a:lnTo>
                <a:lnTo>
                  <a:pt x="21648" y="2290240"/>
                </a:lnTo>
                <a:cubicBezTo>
                  <a:pt x="18695" y="2240502"/>
                  <a:pt x="15426" y="2193755"/>
                  <a:pt x="14054" y="2150784"/>
                </a:cubicBezTo>
                <a:lnTo>
                  <a:pt x="17291" y="2050968"/>
                </a:lnTo>
                <a:lnTo>
                  <a:pt x="12351" y="1872365"/>
                </a:lnTo>
                <a:cubicBezTo>
                  <a:pt x="11665" y="1799113"/>
                  <a:pt x="12859" y="1722821"/>
                  <a:pt x="17841" y="1644450"/>
                </a:cubicBezTo>
                <a:lnTo>
                  <a:pt x="21169" y="1569934"/>
                </a:lnTo>
                <a:lnTo>
                  <a:pt x="20488" y="1547698"/>
                </a:lnTo>
                <a:cubicBezTo>
                  <a:pt x="19568" y="1516527"/>
                  <a:pt x="18663" y="1483900"/>
                  <a:pt x="17841" y="1449683"/>
                </a:cubicBezTo>
                <a:cubicBezTo>
                  <a:pt x="11271" y="1175953"/>
                  <a:pt x="1415" y="1152151"/>
                  <a:pt x="17841" y="995226"/>
                </a:cubicBezTo>
                <a:lnTo>
                  <a:pt x="19885" y="968921"/>
                </a:lnTo>
                <a:lnTo>
                  <a:pt x="17841" y="930304"/>
                </a:lnTo>
                <a:cubicBezTo>
                  <a:pt x="7442" y="768208"/>
                  <a:pt x="7865" y="285783"/>
                  <a:pt x="17841" y="21390"/>
                </a:cubicBezTo>
                <a:cubicBezTo>
                  <a:pt x="147136" y="10433"/>
                  <a:pt x="296588" y="9602"/>
                  <a:pt x="440468" y="11925"/>
                </a:cubicBezTo>
                <a:lnTo>
                  <a:pt x="473966" y="12726"/>
                </a:lnTo>
                <a:lnTo>
                  <a:pt x="478805" y="12539"/>
                </a:lnTo>
                <a:lnTo>
                  <a:pt x="484496" y="12977"/>
                </a:lnTo>
                <a:lnTo>
                  <a:pt x="648894" y="16905"/>
                </a:lnTo>
                <a:cubicBezTo>
                  <a:pt x="714833" y="18773"/>
                  <a:pt x="776163" y="20559"/>
                  <a:pt x="829667" y="21390"/>
                </a:cubicBezTo>
                <a:lnTo>
                  <a:pt x="916694" y="22693"/>
                </a:lnTo>
                <a:lnTo>
                  <a:pt x="933747" y="21390"/>
                </a:lnTo>
                <a:cubicBezTo>
                  <a:pt x="1086511" y="12604"/>
                  <a:pt x="1591110" y="15003"/>
                  <a:pt x="1863531" y="21390"/>
                </a:cubicBezTo>
                <a:lnTo>
                  <a:pt x="1920387" y="22646"/>
                </a:lnTo>
                <a:lnTo>
                  <a:pt x="2054705" y="24358"/>
                </a:lnTo>
                <a:cubicBezTo>
                  <a:pt x="2107717" y="24456"/>
                  <a:pt x="2161143" y="23719"/>
                  <a:pt x="2217404" y="21390"/>
                </a:cubicBezTo>
                <a:cubicBezTo>
                  <a:pt x="2442445" y="12073"/>
                  <a:pt x="2732199" y="18194"/>
                  <a:pt x="2911273" y="21390"/>
                </a:cubicBezTo>
                <a:lnTo>
                  <a:pt x="3023675" y="20799"/>
                </a:lnTo>
                <a:lnTo>
                  <a:pt x="3093869" y="15816"/>
                </a:lnTo>
                <a:cubicBezTo>
                  <a:pt x="3182922" y="11551"/>
                  <a:pt x="3301373" y="10993"/>
                  <a:pt x="3429365" y="12165"/>
                </a:cubicBezTo>
                <a:lnTo>
                  <a:pt x="3575555" y="14425"/>
                </a:lnTo>
                <a:lnTo>
                  <a:pt x="3605772" y="13210"/>
                </a:lnTo>
                <a:cubicBezTo>
                  <a:pt x="3774503" y="6974"/>
                  <a:pt x="3960371" y="3465"/>
                  <a:pt x="4063093" y="21390"/>
                </a:cubicBezTo>
                <a:lnTo>
                  <a:pt x="4088792" y="24677"/>
                </a:lnTo>
                <a:lnTo>
                  <a:pt x="4129769" y="25744"/>
                </a:lnTo>
                <a:cubicBezTo>
                  <a:pt x="4269845" y="29597"/>
                  <a:pt x="4297423" y="30995"/>
                  <a:pt x="4403088" y="21390"/>
                </a:cubicBezTo>
                <a:cubicBezTo>
                  <a:pt x="4473592" y="10814"/>
                  <a:pt x="4858406" y="-6032"/>
                  <a:pt x="5096956" y="21390"/>
                </a:cubicBezTo>
                <a:lnTo>
                  <a:pt x="5251798" y="27914"/>
                </a:lnTo>
                <a:lnTo>
                  <a:pt x="5332872" y="21390"/>
                </a:lnTo>
                <a:cubicBezTo>
                  <a:pt x="5422885" y="11295"/>
                  <a:pt x="5502187" y="8863"/>
                  <a:pt x="5576462" y="10240"/>
                </a:cubicBezTo>
                <a:lnTo>
                  <a:pt x="5700011" y="17015"/>
                </a:lnTo>
                <a:lnTo>
                  <a:pt x="5761151" y="15143"/>
                </a:lnTo>
                <a:cubicBezTo>
                  <a:pt x="5846776" y="14123"/>
                  <a:pt x="5935566" y="15403"/>
                  <a:pt x="6026740" y="21390"/>
                </a:cubicBezTo>
                <a:lnTo>
                  <a:pt x="6161088" y="29209"/>
                </a:lnTo>
                <a:lnTo>
                  <a:pt x="6262655" y="21390"/>
                </a:lnTo>
                <a:cubicBezTo>
                  <a:pt x="6405549" y="5694"/>
                  <a:pt x="6517747" y="175"/>
                  <a:pt x="6610089" y="5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A55082-8166-3DEB-EB7B-B88E7311FC08}"/>
              </a:ext>
            </a:extLst>
          </p:cNvPr>
          <p:cNvSpPr txBox="1"/>
          <p:nvPr/>
        </p:nvSpPr>
        <p:spPr>
          <a:xfrm>
            <a:off x="4100286" y="2572392"/>
            <a:ext cx="39914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 err="1"/>
              <a:t>HerWay</a:t>
            </a:r>
            <a:endParaRPr lang="en-US" sz="13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EBBF3-05CC-2E79-71E8-1B82C7EE1769}"/>
              </a:ext>
            </a:extLst>
          </p:cNvPr>
          <p:cNvSpPr txBox="1"/>
          <p:nvPr/>
        </p:nvSpPr>
        <p:spPr>
          <a:xfrm>
            <a:off x="2456142" y="4649437"/>
            <a:ext cx="6634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CADEMY ENGRAVED LET PLAIN:1.0" panose="02000000000000000000" pitchFamily="2" charset="0"/>
              </a:rPr>
              <a:t>Interpreting how public spaces feel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DF962-44DA-F052-D8E8-CB522304188B}"/>
              </a:ext>
            </a:extLst>
          </p:cNvPr>
          <p:cNvSpPr txBox="1"/>
          <p:nvPr/>
        </p:nvSpPr>
        <p:spPr>
          <a:xfrm>
            <a:off x="5386039" y="5172657"/>
            <a:ext cx="1003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D2AEBF-7042-A07B-6541-6D17AD6C7864}"/>
              </a:ext>
            </a:extLst>
          </p:cNvPr>
          <p:cNvSpPr txBox="1"/>
          <p:nvPr/>
        </p:nvSpPr>
        <p:spPr>
          <a:xfrm>
            <a:off x="3939254" y="5541989"/>
            <a:ext cx="366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CADEMY ENGRAVED LET PLAIN:1.0" panose="02000000000000000000" pitchFamily="2" charset="0"/>
              </a:rPr>
              <a:t>SoReMo</a:t>
            </a:r>
            <a:r>
              <a:rPr lang="en-US" b="1" dirty="0">
                <a:latin typeface="ACADEMY ENGRAVED LET PLAIN:1.0" panose="02000000000000000000" pitchFamily="2" charset="0"/>
              </a:rPr>
              <a:t> Fellowship Program</a:t>
            </a:r>
          </a:p>
        </p:txBody>
      </p:sp>
    </p:spTree>
    <p:extLst>
      <p:ext uri="{BB962C8B-B14F-4D97-AF65-F5344CB8AC3E}">
        <p14:creationId xmlns:p14="http://schemas.microsoft.com/office/powerpoint/2010/main" val="360406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6E45-CE72-32AF-E3CA-8BBB18C5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8B3363E6-3043-F91F-6884-AF721F4FD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0133"/>
          </a:xfrm>
        </p:spPr>
      </p:pic>
    </p:spTree>
    <p:extLst>
      <p:ext uri="{BB962C8B-B14F-4D97-AF65-F5344CB8AC3E}">
        <p14:creationId xmlns:p14="http://schemas.microsoft.com/office/powerpoint/2010/main" val="2740249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01E9A-BAA8-6476-7C15-FBF677DC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city&#10;&#10;AI-generated content may be incorrect.">
            <a:extLst>
              <a:ext uri="{FF2B5EF4-FFF2-40B4-BE49-F238E27FC236}">
                <a16:creationId xmlns:a16="http://schemas.microsoft.com/office/drawing/2014/main" id="{AA684368-CBB4-B294-BD11-1EA5AEE8D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30723"/>
          </a:xfrm>
        </p:spPr>
      </p:pic>
    </p:spTree>
    <p:extLst>
      <p:ext uri="{BB962C8B-B14F-4D97-AF65-F5344CB8AC3E}">
        <p14:creationId xmlns:p14="http://schemas.microsoft.com/office/powerpoint/2010/main" val="990844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9300B-F123-777C-9964-6F50A489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D7FE40D-9009-5B3C-5F5D-87080ED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circle&#10;&#10;AI-generated content may be incorrect.">
            <a:extLst>
              <a:ext uri="{FF2B5EF4-FFF2-40B4-BE49-F238E27FC236}">
                <a16:creationId xmlns:a16="http://schemas.microsoft.com/office/drawing/2014/main" id="{5F8642CE-4170-D799-3D9E-DA3F6A1AD9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784"/>
          <a:stretch>
            <a:fillRect/>
          </a:stretch>
        </p:blipFill>
        <p:spPr>
          <a:xfrm>
            <a:off x="0" y="-149049"/>
            <a:ext cx="12216337" cy="6858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2E12A0-0FFA-06F4-8133-C175E11F4A98}"/>
              </a:ext>
            </a:extLst>
          </p:cNvPr>
          <p:cNvSpPr txBox="1"/>
          <p:nvPr/>
        </p:nvSpPr>
        <p:spPr>
          <a:xfrm>
            <a:off x="3533121" y="345520"/>
            <a:ext cx="51500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CADEMY ENGRAVED LET PLAIN:1.0" panose="02000000000000000000" pitchFamily="2" charset="0"/>
              </a:rPr>
              <a:t>Thinking Machines</a:t>
            </a:r>
          </a:p>
        </p:txBody>
      </p:sp>
      <p:pic>
        <p:nvPicPr>
          <p:cNvPr id="4" name="Picture 3" descr="A person with long hair wearing a grey jacket&#10;&#10;Description automatically generated">
            <a:extLst>
              <a:ext uri="{FF2B5EF4-FFF2-40B4-BE49-F238E27FC236}">
                <a16:creationId xmlns:a16="http://schemas.microsoft.com/office/drawing/2014/main" id="{3B96C534-CA2C-DBEF-3C54-B0C27289A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6"/>
          <a:stretch/>
        </p:blipFill>
        <p:spPr>
          <a:xfrm>
            <a:off x="871369" y="1947134"/>
            <a:ext cx="2794820" cy="34901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705A9A-084C-05B9-11FA-84E11BC1C956}"/>
              </a:ext>
            </a:extLst>
          </p:cNvPr>
          <p:cNvSpPr txBox="1"/>
          <p:nvPr/>
        </p:nvSpPr>
        <p:spPr>
          <a:xfrm>
            <a:off x="1097280" y="5647765"/>
            <a:ext cx="2549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Sanjana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Waghray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195381-7683-84D8-7508-17BC63759D2A}"/>
              </a:ext>
            </a:extLst>
          </p:cNvPr>
          <p:cNvSpPr txBox="1"/>
          <p:nvPr/>
        </p:nvSpPr>
        <p:spPr>
          <a:xfrm>
            <a:off x="1333948" y="6024282"/>
            <a:ext cx="1688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MAS in Data Science</a:t>
            </a:r>
          </a:p>
        </p:txBody>
      </p:sp>
      <p:pic>
        <p:nvPicPr>
          <p:cNvPr id="11" name="Picture 10" descr="A person standing on a bridge&#10;&#10;AI-generated content may be incorrect.">
            <a:extLst>
              <a:ext uri="{FF2B5EF4-FFF2-40B4-BE49-F238E27FC236}">
                <a16:creationId xmlns:a16="http://schemas.microsoft.com/office/drawing/2014/main" id="{15713E56-335E-F90C-81B2-94897BD627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072" t="35650" r="24521" b="20405"/>
          <a:stretch/>
        </p:blipFill>
        <p:spPr>
          <a:xfrm>
            <a:off x="4696242" y="1947135"/>
            <a:ext cx="2823848" cy="3490172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99387E-7A86-53B6-7478-8122407CD3A8}"/>
              </a:ext>
            </a:extLst>
          </p:cNvPr>
          <p:cNvSpPr txBox="1"/>
          <p:nvPr/>
        </p:nvSpPr>
        <p:spPr>
          <a:xfrm>
            <a:off x="5067248" y="5643360"/>
            <a:ext cx="2549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Sharanya Mishra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95CADF-6155-6BAC-29DC-CF2354EB15AC}"/>
              </a:ext>
            </a:extLst>
          </p:cNvPr>
          <p:cNvSpPr txBox="1"/>
          <p:nvPr/>
        </p:nvSpPr>
        <p:spPr>
          <a:xfrm>
            <a:off x="5250000" y="6024282"/>
            <a:ext cx="1688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MAS in Data Science</a:t>
            </a:r>
          </a:p>
        </p:txBody>
      </p:sp>
      <p:pic>
        <p:nvPicPr>
          <p:cNvPr id="8" name="Picture 7" descr="A person in a pink turtleneck&#10;&#10;AI-generated content may be incorrect.">
            <a:extLst>
              <a:ext uri="{FF2B5EF4-FFF2-40B4-BE49-F238E27FC236}">
                <a16:creationId xmlns:a16="http://schemas.microsoft.com/office/drawing/2014/main" id="{FE48043A-99B9-1FFF-36FC-FE2DB9032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102" y="1913268"/>
            <a:ext cx="2991397" cy="34837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2728CE-8CCF-0AAE-ACBE-633433661AB6}"/>
              </a:ext>
            </a:extLst>
          </p:cNvPr>
          <p:cNvSpPr txBox="1"/>
          <p:nvPr/>
        </p:nvSpPr>
        <p:spPr>
          <a:xfrm>
            <a:off x="8746728" y="5541074"/>
            <a:ext cx="2549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Gayathri Ananya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5025A-17F5-CA12-584D-7E48E93DF1C6}"/>
              </a:ext>
            </a:extLst>
          </p:cNvPr>
          <p:cNvSpPr txBox="1"/>
          <p:nvPr/>
        </p:nvSpPr>
        <p:spPr>
          <a:xfrm>
            <a:off x="9177035" y="5941184"/>
            <a:ext cx="1688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MAS in Data Science</a:t>
            </a:r>
          </a:p>
        </p:txBody>
      </p:sp>
    </p:spTree>
    <p:extLst>
      <p:ext uri="{BB962C8B-B14F-4D97-AF65-F5344CB8AC3E}">
        <p14:creationId xmlns:p14="http://schemas.microsoft.com/office/powerpoint/2010/main" val="1913507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41C0-8EA9-915D-C4EE-D0BB79822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933C0-EEC0-0815-F0C1-4D6C94374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D77B30-5391-9B0F-A243-AE332A0D5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36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35B4A-997D-ED27-1A0E-E9579961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gap&#10;&#10;AI-generated content may be incorrect.">
            <a:extLst>
              <a:ext uri="{FF2B5EF4-FFF2-40B4-BE49-F238E27FC236}">
                <a16:creationId xmlns:a16="http://schemas.microsoft.com/office/drawing/2014/main" id="{075F0C8D-0BEE-07C4-06E9-88A895486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8511"/>
          </a:xfrm>
        </p:spPr>
      </p:pic>
    </p:spTree>
    <p:extLst>
      <p:ext uri="{BB962C8B-B14F-4D97-AF65-F5344CB8AC3E}">
        <p14:creationId xmlns:p14="http://schemas.microsoft.com/office/powerpoint/2010/main" val="2738002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47612-E108-F759-39A8-CA2B331D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steps&#10;&#10;AI-generated content may be incorrect.">
            <a:extLst>
              <a:ext uri="{FF2B5EF4-FFF2-40B4-BE49-F238E27FC236}">
                <a16:creationId xmlns:a16="http://schemas.microsoft.com/office/drawing/2014/main" id="{B489F9E5-DAAB-D4D7-FEF8-EC481FD9F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031"/>
            <a:ext cx="12127726" cy="6850969"/>
          </a:xfrm>
        </p:spPr>
      </p:pic>
    </p:spTree>
    <p:extLst>
      <p:ext uri="{BB962C8B-B14F-4D97-AF65-F5344CB8AC3E}">
        <p14:creationId xmlns:p14="http://schemas.microsoft.com/office/powerpoint/2010/main" val="1765127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8BB92-9E1D-27B1-DA16-68B12303A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ircle&#10;&#10;AI-generated content may be incorrect.">
            <a:extLst>
              <a:ext uri="{FF2B5EF4-FFF2-40B4-BE49-F238E27FC236}">
                <a16:creationId xmlns:a16="http://schemas.microsoft.com/office/drawing/2014/main" id="{59D2D94A-A35B-C19E-79C0-8C3CE99E0A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784"/>
          <a:stretch>
            <a:fillRect/>
          </a:stretch>
        </p:blipFill>
        <p:spPr>
          <a:xfrm>
            <a:off x="0" y="0"/>
            <a:ext cx="12216337" cy="6858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B2E5C9-A62E-728E-A128-87F9727A8736}"/>
              </a:ext>
            </a:extLst>
          </p:cNvPr>
          <p:cNvSpPr txBox="1"/>
          <p:nvPr/>
        </p:nvSpPr>
        <p:spPr>
          <a:xfrm>
            <a:off x="3747911" y="3228622"/>
            <a:ext cx="5339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ACADEMY ENGRAVED LET PLAIN:1.0" panose="02000000000000000000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49793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35</Words>
  <Application>Microsoft Macintosh PowerPoint</Application>
  <PresentationFormat>Widescreen</PresentationFormat>
  <Paragraphs>14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ACADEMY ENGRAVED LET PLAIN:1.0</vt:lpstr>
      <vt:lpstr>Aptos</vt:lpstr>
      <vt:lpstr>Arial</vt:lpstr>
      <vt:lpstr>The Hand Bold</vt:lpstr>
      <vt:lpstr>The Serif Hand Black</vt:lpstr>
      <vt:lpstr>Times New Roman</vt:lpstr>
      <vt:lpstr>SketchyVTI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Anshul Dani</dc:creator>
  <cp:lastModifiedBy>Sanjana Waghray</cp:lastModifiedBy>
  <cp:revision>18</cp:revision>
  <dcterms:created xsi:type="dcterms:W3CDTF">2026-01-11T15:32:30Z</dcterms:created>
  <dcterms:modified xsi:type="dcterms:W3CDTF">2026-04-09T17:12:08Z</dcterms:modified>
</cp:coreProperties>
</file>